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6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4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0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6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0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8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9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0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6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0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DA4806E-1E01-4EB0-BA59-9D5988EDABA0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60B1856-9E90-47BC-B91A-325DBB4EB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7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B4D2-E647-AF23-1C8F-7E1932E949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Examen ASC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4D5A4-C52E-98FE-135E-AD61D9B53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Întrebări &amp; răspunsuri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323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0721" y="1147481"/>
            <a:ext cx="3845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Descrieți folosind primitivele PMS componenta Unitatea de Comandă cu minim 5 primitive.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964DF3-3C53-8056-6A70-6F3A85EC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77" y="369192"/>
            <a:ext cx="5401428" cy="3059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79AE97-A734-5ABD-52FB-6E37D744B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77" y="3373698"/>
            <a:ext cx="5401429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CAC7D-B8B0-46A2-7AC0-FA1B8D52B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353" y="1147481"/>
            <a:ext cx="7621101" cy="429409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0721" y="1147481"/>
            <a:ext cx="3845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Descrieți comutatorul ierarhic de tip trunchi 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1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0721" y="1147481"/>
            <a:ext cx="3845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Ce reprezintă intensitatea computațională/aritmetică și cum se leagă ea de modelul Roofline?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DB1A0-05BE-9228-C161-C7C1B5EEA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266" y="1147481"/>
            <a:ext cx="7454501" cy="4213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A9E021-89CB-3F06-ECB9-18AFC3ED9AC1}"/>
              </a:ext>
            </a:extLst>
          </p:cNvPr>
          <p:cNvSpPr txBox="1"/>
          <p:nvPr/>
        </p:nvSpPr>
        <p:spPr>
          <a:xfrm>
            <a:off x="160721" y="2330821"/>
            <a:ext cx="3845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u="sng" dirty="0"/>
              <a:t>GPT4o POV:</a:t>
            </a:r>
          </a:p>
          <a:p>
            <a:endParaRPr lang="ro-RO" dirty="0"/>
          </a:p>
          <a:p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computațională</a:t>
            </a:r>
            <a:r>
              <a:rPr lang="en-US" dirty="0"/>
              <a:t> 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aritmetică</a:t>
            </a:r>
            <a:r>
              <a:rPr lang="en-US" dirty="0"/>
              <a:t>)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raportul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operații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virgulă</a:t>
            </a:r>
            <a:r>
              <a:rPr lang="en-US" dirty="0"/>
              <a:t> </a:t>
            </a:r>
            <a:r>
              <a:rPr lang="en-US" dirty="0" err="1"/>
              <a:t>mobilă</a:t>
            </a:r>
            <a:r>
              <a:rPr lang="en-US" dirty="0"/>
              <a:t> (floating-point operations)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bytes </a:t>
            </a:r>
            <a:r>
              <a:rPr lang="en-US" dirty="0" err="1"/>
              <a:t>citiți</a:t>
            </a:r>
            <a:r>
              <a:rPr lang="en-US" dirty="0"/>
              <a:t> din </a:t>
            </a:r>
            <a:r>
              <a:rPr lang="en-US" dirty="0" err="1"/>
              <a:t>memorie</a:t>
            </a:r>
            <a:r>
              <a:rPr lang="en-US" dirty="0"/>
              <a:t>. Mai exact, </a:t>
            </a:r>
            <a:r>
              <a:rPr lang="en-US" dirty="0" err="1"/>
              <a:t>intensitatea</a:t>
            </a:r>
            <a:r>
              <a:rPr lang="en-US" dirty="0"/>
              <a:t> </a:t>
            </a:r>
            <a:r>
              <a:rPr lang="en-US" dirty="0" err="1"/>
              <a:t>aritmetică</a:t>
            </a:r>
            <a:r>
              <a:rPr lang="en-US" dirty="0"/>
              <a:t> </a:t>
            </a:r>
            <a:r>
              <a:rPr lang="en-US" dirty="0" err="1"/>
              <a:t>măsoară</a:t>
            </a:r>
            <a:r>
              <a:rPr lang="en-US" dirty="0"/>
              <a:t> </a:t>
            </a:r>
            <a:r>
              <a:rPr lang="en-US" dirty="0" err="1"/>
              <a:t>câte</a:t>
            </a:r>
            <a:r>
              <a:rPr lang="en-US" dirty="0"/>
              <a:t> </a:t>
            </a:r>
            <a:r>
              <a:rPr lang="en-US" dirty="0" err="1"/>
              <a:t>operații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 se fac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byte de date </a:t>
            </a:r>
            <a:r>
              <a:rPr lang="en-US" dirty="0" err="1"/>
              <a:t>transferat</a:t>
            </a:r>
            <a:r>
              <a:rPr lang="en-US" dirty="0"/>
              <a:t> din </a:t>
            </a:r>
            <a:r>
              <a:rPr lang="en-US" dirty="0" err="1"/>
              <a:t>memorie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150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0721" y="1147481"/>
            <a:ext cx="3845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Realizați schema logică și descrieți funcționarea unității K</a:t>
            </a:r>
            <a:r>
              <a:rPr lang="ro-RO" sz="1100" dirty="0"/>
              <a:t>ML </a:t>
            </a:r>
            <a:r>
              <a:rPr lang="ro-RO" dirty="0"/>
              <a:t>din dispozitivele SBC.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CA5D1D-6E76-6167-FDA9-DE209BE25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448" y="117129"/>
            <a:ext cx="4660161" cy="31998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8B53CD-F71A-9DFA-5132-DEEF4E495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64" y="3316942"/>
            <a:ext cx="5918731" cy="312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2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9881" y="490127"/>
            <a:ext cx="3845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Descrieți o rețea de comutare de tip Delta cu 25 de intrări și 16 ieșiri </a:t>
            </a:r>
          </a:p>
          <a:p>
            <a:r>
              <a:rPr lang="ro-RO" dirty="0"/>
              <a:t>Și explicați modul de rutare corespunzător ieșirii 9.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09249A-C738-670D-A88B-E8E0F0E3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033" y="490127"/>
            <a:ext cx="7116168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3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 flipV="1">
            <a:off x="169881" y="1104120"/>
            <a:ext cx="11959366" cy="342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46064" y="126913"/>
            <a:ext cx="12595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Sisteme cu memorie partajată: </a:t>
            </a:r>
          </a:p>
          <a:p>
            <a:r>
              <a:rPr lang="ro-RO" dirty="0"/>
              <a:t>CC-NUMA și COMA. </a:t>
            </a:r>
          </a:p>
          <a:p>
            <a:r>
              <a:rPr lang="ro-RO" dirty="0"/>
              <a:t>Care sunt asemănările și care sunt deosebirile între aceste tipuri de sisteme. Oferiți exemple de astfel de sisteme.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518E47-BC1F-378D-D737-50A27082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81" y="1246094"/>
            <a:ext cx="6354062" cy="17189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8D0425-56C7-AD06-48ED-028402F9A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81" y="2904784"/>
            <a:ext cx="6354062" cy="37724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8F97C6-4A00-78CF-3585-001DBF9CA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811" y="1246094"/>
            <a:ext cx="5554308" cy="553887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2FE64A-3745-5437-6A7D-D8831DBF5F6E}"/>
              </a:ext>
            </a:extLst>
          </p:cNvPr>
          <p:cNvCxnSpPr>
            <a:cxnSpLocks/>
          </p:cNvCxnSpPr>
          <p:nvPr/>
        </p:nvCxnSpPr>
        <p:spPr>
          <a:xfrm>
            <a:off x="146064" y="2965070"/>
            <a:ext cx="6297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08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9881" y="490127"/>
            <a:ext cx="3845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Ce speedup maxim poate fi atins, cu un număr infinit de unități de procesare, dacă 70% din cod este paralelizabil?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A8EF40-34C4-228F-E03E-A357C949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898" y="490126"/>
            <a:ext cx="5607251" cy="628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97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9881" y="490127"/>
            <a:ext cx="3845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Prezentați pe scurt benchmarkul LINPACK. Prezentați avantajele și dezavantajele acestuia.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D597B-01EA-163C-0D9F-3A84960B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677" y="319588"/>
            <a:ext cx="6893735" cy="2187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7A01C9-000D-956A-4FF6-549AB9A27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677" y="2651669"/>
            <a:ext cx="7179774" cy="4062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D6B536-0AB4-D3B2-4F3F-49AFB5777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743" y="5340416"/>
            <a:ext cx="3934374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9881" y="301868"/>
            <a:ext cx="3845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Ce înseamnă random scheduling și ce limitări are această tehnică?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D6B536-0AB4-D3B2-4F3F-49AFB5777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43" y="5340416"/>
            <a:ext cx="3934374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E37B1B-60BB-D2D5-D54A-F3AE4D71F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159" y="301868"/>
            <a:ext cx="6868484" cy="59253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CCFD82-3DBE-C7B0-35CB-15439DED0994}"/>
              </a:ext>
            </a:extLst>
          </p:cNvPr>
          <p:cNvCxnSpPr>
            <a:cxnSpLocks/>
          </p:cNvCxnSpPr>
          <p:nvPr/>
        </p:nvCxnSpPr>
        <p:spPr>
          <a:xfrm>
            <a:off x="114357" y="1136458"/>
            <a:ext cx="39013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BDCE72-0097-859E-15FA-8459BC1371E6}"/>
              </a:ext>
            </a:extLst>
          </p:cNvPr>
          <p:cNvSpPr txBox="1"/>
          <p:nvPr/>
        </p:nvSpPr>
        <p:spPr>
          <a:xfrm>
            <a:off x="169881" y="1356998"/>
            <a:ext cx="384585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Random scheduling </a:t>
            </a:r>
            <a:r>
              <a:rPr lang="en-US" sz="1400" dirty="0"/>
              <a:t>(</a:t>
            </a:r>
            <a:r>
              <a:rPr lang="en-US" sz="1400" dirty="0" err="1"/>
              <a:t>programarea</a:t>
            </a:r>
            <a:r>
              <a:rPr lang="en-US" sz="1400" dirty="0"/>
              <a:t> </a:t>
            </a:r>
            <a:r>
              <a:rPr lang="en-US" sz="1400" dirty="0" err="1"/>
              <a:t>aleatorie</a:t>
            </a:r>
            <a:r>
              <a:rPr lang="en-US" sz="1400" dirty="0"/>
              <a:t>) </a:t>
            </a:r>
            <a:r>
              <a:rPr lang="en-US" sz="1400" dirty="0" err="1"/>
              <a:t>este</a:t>
            </a:r>
            <a:r>
              <a:rPr lang="en-US" sz="1400" dirty="0"/>
              <a:t> o </a:t>
            </a:r>
            <a:r>
              <a:rPr lang="en-US" sz="1400" dirty="0" err="1"/>
              <a:t>tehnică</a:t>
            </a:r>
            <a:r>
              <a:rPr lang="en-US" sz="1400" dirty="0"/>
              <a:t> </a:t>
            </a:r>
            <a:r>
              <a:rPr lang="en-US" sz="1400" dirty="0" err="1"/>
              <a:t>utilizată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testarea</a:t>
            </a:r>
            <a:r>
              <a:rPr lang="en-US" sz="1400" dirty="0"/>
              <a:t> </a:t>
            </a:r>
            <a:r>
              <a:rPr lang="en-US" sz="1400" dirty="0" err="1"/>
              <a:t>programelor</a:t>
            </a:r>
            <a:r>
              <a:rPr lang="en-US" sz="1400" dirty="0"/>
              <a:t> </a:t>
            </a:r>
            <a:r>
              <a:rPr lang="en-US" sz="1400" dirty="0" err="1"/>
              <a:t>paralele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introduce </a:t>
            </a:r>
            <a:r>
              <a:rPr lang="en-US" sz="1400" dirty="0" err="1"/>
              <a:t>variații</a:t>
            </a:r>
            <a:r>
              <a:rPr lang="en-US" sz="1400" dirty="0"/>
              <a:t> </a:t>
            </a:r>
            <a:r>
              <a:rPr lang="en-US" sz="1400" dirty="0" err="1"/>
              <a:t>aleatoare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ordinea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care sunt </a:t>
            </a:r>
            <a:r>
              <a:rPr lang="en-US" sz="1400" dirty="0" err="1"/>
              <a:t>programate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executate</a:t>
            </a:r>
            <a:r>
              <a:rPr lang="en-US" sz="1400" dirty="0"/>
              <a:t> </a:t>
            </a:r>
            <a:r>
              <a:rPr lang="en-US" sz="1400" dirty="0" err="1"/>
              <a:t>firele</a:t>
            </a:r>
            <a:r>
              <a:rPr lang="en-US" sz="1400" dirty="0"/>
              <a:t> (threads). </a:t>
            </a:r>
            <a:r>
              <a:rPr lang="en-US" sz="1400" dirty="0" err="1"/>
              <a:t>Scopul</a:t>
            </a:r>
            <a:r>
              <a:rPr lang="en-US" sz="1400" dirty="0"/>
              <a:t> </a:t>
            </a:r>
            <a:r>
              <a:rPr lang="en-US" sz="1400" dirty="0" err="1"/>
              <a:t>acestei</a:t>
            </a:r>
            <a:r>
              <a:rPr lang="en-US" sz="1400" dirty="0"/>
              <a:t> </a:t>
            </a:r>
            <a:r>
              <a:rPr lang="en-US" sz="1400" dirty="0" err="1"/>
              <a:t>tehnici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de a </a:t>
            </a:r>
            <a:r>
              <a:rPr lang="en-US" sz="1400" dirty="0" err="1"/>
              <a:t>explora</a:t>
            </a:r>
            <a:r>
              <a:rPr lang="en-US" sz="1400" dirty="0"/>
              <a:t> </a:t>
            </a:r>
            <a:r>
              <a:rPr lang="en-US" sz="1400" dirty="0" err="1"/>
              <a:t>diferite</a:t>
            </a:r>
            <a:r>
              <a:rPr lang="en-US" sz="1400" dirty="0"/>
              <a:t> </a:t>
            </a:r>
            <a:r>
              <a:rPr lang="en-US" sz="1400" dirty="0" err="1"/>
              <a:t>programe</a:t>
            </a:r>
            <a:r>
              <a:rPr lang="en-US" sz="1400" dirty="0"/>
              <a:t> de </a:t>
            </a:r>
            <a:r>
              <a:rPr lang="en-US" sz="1400" dirty="0" err="1"/>
              <a:t>execuție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 a </a:t>
            </a:r>
            <a:r>
              <a:rPr lang="en-US" sz="1400" dirty="0" err="1"/>
              <a:t>identifica</a:t>
            </a:r>
            <a:r>
              <a:rPr lang="en-US" sz="1400" dirty="0"/>
              <a:t> </a:t>
            </a:r>
            <a:r>
              <a:rPr lang="en-US" sz="1400" dirty="0" err="1"/>
              <a:t>potențiale</a:t>
            </a:r>
            <a:r>
              <a:rPr lang="en-US" sz="1400" dirty="0"/>
              <a:t> </a:t>
            </a:r>
            <a:r>
              <a:rPr lang="en-US" sz="1400" dirty="0" err="1"/>
              <a:t>erori</a:t>
            </a:r>
            <a:r>
              <a:rPr lang="en-US" sz="1400" dirty="0"/>
              <a:t> care apar </a:t>
            </a:r>
            <a:r>
              <a:rPr lang="en-US" sz="1400" dirty="0" err="1"/>
              <a:t>doar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anumite</a:t>
            </a:r>
            <a:r>
              <a:rPr lang="en-US" sz="1400" dirty="0"/>
              <a:t> </a:t>
            </a:r>
            <a:r>
              <a:rPr lang="en-US" sz="1400" dirty="0" err="1"/>
              <a:t>secvențe</a:t>
            </a:r>
            <a:r>
              <a:rPr lang="en-US" sz="1400" dirty="0"/>
              <a:t> de </a:t>
            </a:r>
            <a:r>
              <a:rPr lang="en-US" sz="1400" dirty="0" err="1"/>
              <a:t>execuție</a:t>
            </a:r>
            <a:r>
              <a:rPr lang="en-US" sz="1400" dirty="0"/>
              <a:t>.</a:t>
            </a:r>
            <a:endParaRPr lang="ro-RO" sz="1400" dirty="0"/>
          </a:p>
          <a:p>
            <a:endParaRPr lang="en-US" sz="1400" dirty="0"/>
          </a:p>
          <a:p>
            <a:r>
              <a:rPr lang="en-US" sz="1400" b="1" dirty="0"/>
              <a:t>Cum </a:t>
            </a:r>
            <a:r>
              <a:rPr lang="en-US" sz="1400" b="1" dirty="0" err="1"/>
              <a:t>funcționează</a:t>
            </a:r>
            <a:r>
              <a:rPr lang="en-US" sz="1400" b="1" dirty="0"/>
              <a:t>: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sz="1400" dirty="0"/>
              <a:t>  </a:t>
            </a:r>
            <a:r>
              <a:rPr lang="en-US" sz="1400" dirty="0" err="1"/>
              <a:t>Introducerea</a:t>
            </a:r>
            <a:r>
              <a:rPr lang="en-US" sz="1400" dirty="0"/>
              <a:t> de </a:t>
            </a:r>
            <a:r>
              <a:rPr lang="en-US" sz="1400" dirty="0" err="1"/>
              <a:t>întârzieri</a:t>
            </a:r>
            <a:r>
              <a:rPr lang="en-US" sz="1400" dirty="0"/>
              <a:t> </a:t>
            </a:r>
            <a:r>
              <a:rPr lang="en-US" sz="1400" dirty="0" err="1"/>
              <a:t>aleatoare</a:t>
            </a:r>
            <a:r>
              <a:rPr lang="en-US" sz="1400" dirty="0"/>
              <a:t> </a:t>
            </a:r>
            <a:r>
              <a:rPr lang="en-US" sz="1400" dirty="0" err="1"/>
              <a:t>sau</a:t>
            </a:r>
            <a:r>
              <a:rPr lang="en-US" sz="1400" dirty="0"/>
              <a:t> yield-</a:t>
            </a:r>
            <a:r>
              <a:rPr lang="en-US" sz="1400" dirty="0" err="1"/>
              <a:t>uri</a:t>
            </a:r>
            <a:r>
              <a:rPr lang="en-US" sz="1400" dirty="0"/>
              <a:t> (</a:t>
            </a:r>
            <a:r>
              <a:rPr lang="en-US" sz="1400" dirty="0" err="1"/>
              <a:t>cedări</a:t>
            </a:r>
            <a:r>
              <a:rPr lang="en-US" sz="1400" dirty="0"/>
              <a:t> </a:t>
            </a:r>
            <a:r>
              <a:rPr lang="en-US" sz="1400" dirty="0" err="1"/>
              <a:t>voluntare</a:t>
            </a:r>
            <a:r>
              <a:rPr lang="en-US" sz="1400" dirty="0"/>
              <a:t> ale </a:t>
            </a:r>
            <a:r>
              <a:rPr lang="en-US" sz="1400" dirty="0" err="1"/>
              <a:t>controlului</a:t>
            </a:r>
            <a:r>
              <a:rPr lang="en-US" sz="1400" dirty="0"/>
              <a:t>)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execuția</a:t>
            </a:r>
            <a:r>
              <a:rPr lang="en-US" sz="1400" dirty="0"/>
              <a:t> </a:t>
            </a:r>
            <a:r>
              <a:rPr lang="en-US" sz="1400" dirty="0" err="1"/>
              <a:t>firelor</a:t>
            </a:r>
            <a:r>
              <a:rPr lang="en-US" sz="1400" dirty="0"/>
              <a:t>.</a:t>
            </a:r>
            <a:endParaRPr lang="ro-RO" sz="14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sz="1400" dirty="0"/>
              <a:t>  </a:t>
            </a:r>
            <a:r>
              <a:rPr lang="en-US" sz="1400" dirty="0" err="1"/>
              <a:t>Utilizarea</a:t>
            </a:r>
            <a:r>
              <a:rPr lang="en-US" sz="1400" dirty="0"/>
              <a:t> </a:t>
            </a:r>
            <a:r>
              <a:rPr lang="en-US" sz="1400" dirty="0" err="1"/>
              <a:t>unor</a:t>
            </a:r>
            <a:r>
              <a:rPr lang="en-US" sz="1400" dirty="0"/>
              <a:t> </a:t>
            </a:r>
            <a:r>
              <a:rPr lang="en-US" sz="1400" dirty="0" err="1"/>
              <a:t>unelte</a:t>
            </a:r>
            <a:r>
              <a:rPr lang="en-US" sz="1400" dirty="0"/>
              <a:t> care </a:t>
            </a:r>
            <a:r>
              <a:rPr lang="en-US" sz="1400" dirty="0" err="1"/>
              <a:t>controlează</a:t>
            </a:r>
            <a:r>
              <a:rPr lang="en-US" sz="1400" dirty="0"/>
              <a:t> </a:t>
            </a:r>
            <a:r>
              <a:rPr lang="en-US" sz="1400" dirty="0" err="1"/>
              <a:t>programarea</a:t>
            </a:r>
            <a:r>
              <a:rPr lang="en-US" sz="1400" dirty="0"/>
              <a:t> </a:t>
            </a:r>
            <a:r>
              <a:rPr lang="en-US" sz="1400" dirty="0" err="1"/>
              <a:t>firelor</a:t>
            </a:r>
            <a:r>
              <a:rPr lang="en-US" sz="1400" dirty="0"/>
              <a:t>, </a:t>
            </a:r>
            <a:r>
              <a:rPr lang="en-US" sz="1400" dirty="0" err="1"/>
              <a:t>modificând</a:t>
            </a:r>
            <a:r>
              <a:rPr lang="en-US" sz="1400" dirty="0"/>
              <a:t> </a:t>
            </a:r>
            <a:r>
              <a:rPr lang="en-US" sz="1400" dirty="0" err="1"/>
              <a:t>ordinea</a:t>
            </a:r>
            <a:r>
              <a:rPr lang="en-US" sz="1400" dirty="0"/>
              <a:t> lor de </a:t>
            </a:r>
            <a:r>
              <a:rPr lang="en-US" sz="1400" dirty="0" err="1"/>
              <a:t>execuție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mod </a:t>
            </a:r>
            <a:r>
              <a:rPr lang="en-US" sz="1400" dirty="0" err="1"/>
              <a:t>aleatoriu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351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EFFF76-9245-54D0-B842-BDE5FE1F0BBE}"/>
              </a:ext>
            </a:extLst>
          </p:cNvPr>
          <p:cNvCxnSpPr>
            <a:cxnSpLocks/>
          </p:cNvCxnSpPr>
          <p:nvPr/>
        </p:nvCxnSpPr>
        <p:spPr>
          <a:xfrm>
            <a:off x="4105835" y="80682"/>
            <a:ext cx="0" cy="66966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C1C1EA-7694-F5FD-6E7D-3C5061A6D35F}"/>
              </a:ext>
            </a:extLst>
          </p:cNvPr>
          <p:cNvSpPr txBox="1"/>
          <p:nvPr/>
        </p:nvSpPr>
        <p:spPr>
          <a:xfrm>
            <a:off x="169880" y="328763"/>
            <a:ext cx="38458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Care este diferența dintre memoria partajată (shared) și cea globală în sistemele de calcul de tip accelerator matematic dezvoltate de Nvidia, ATI/AMD sau Intel?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D6B536-0AB4-D3B2-4F3F-49AFB5777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43" y="5340416"/>
            <a:ext cx="3934374" cy="3905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D2ED35-1827-0C74-2C74-DF2BA33EC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211" y="328763"/>
            <a:ext cx="6620799" cy="2791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EFF258-877E-8EA6-D8CE-CCE43AD3E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211" y="3281083"/>
            <a:ext cx="6887536" cy="30388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27504F-5CE3-9641-C3CE-0610616FD1DD}"/>
              </a:ext>
            </a:extLst>
          </p:cNvPr>
          <p:cNvSpPr txBox="1"/>
          <p:nvPr/>
        </p:nvSpPr>
        <p:spPr>
          <a:xfrm>
            <a:off x="169880" y="2381508"/>
            <a:ext cx="3845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</a:t>
            </a:r>
            <a:r>
              <a:rPr lang="en-US" dirty="0" err="1"/>
              <a:t>iferența</a:t>
            </a:r>
            <a:r>
              <a:rPr lang="en-US" dirty="0"/>
              <a:t> </a:t>
            </a:r>
            <a:r>
              <a:rPr lang="en-US" dirty="0" err="1"/>
              <a:t>principală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partajată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globală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sistemele</a:t>
            </a:r>
            <a:r>
              <a:rPr lang="en-US" dirty="0"/>
              <a:t> de </a:t>
            </a:r>
            <a:r>
              <a:rPr lang="en-US" dirty="0" err="1"/>
              <a:t>calcul</a:t>
            </a:r>
            <a:r>
              <a:rPr lang="en-US" dirty="0"/>
              <a:t> de tip accelerator </a:t>
            </a:r>
            <a:r>
              <a:rPr lang="en-US" dirty="0" err="1"/>
              <a:t>matematic</a:t>
            </a:r>
            <a:r>
              <a:rPr lang="en-US" dirty="0"/>
              <a:t> </a:t>
            </a:r>
            <a:r>
              <a:rPr lang="en-US" dirty="0" err="1"/>
              <a:t>constă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b="1" u="sng" dirty="0" err="1"/>
              <a:t>viteză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b="1" u="sng" dirty="0" err="1"/>
              <a:t>accesibilitate</a:t>
            </a:r>
            <a:r>
              <a:rPr lang="en-US" dirty="0"/>
              <a:t>. </a:t>
            </a:r>
            <a:endParaRPr lang="ro-RO" dirty="0"/>
          </a:p>
          <a:p>
            <a:r>
              <a:rPr lang="en-US" dirty="0"/>
              <a:t>Memoria </a:t>
            </a:r>
            <a:r>
              <a:rPr lang="en-US" dirty="0" err="1"/>
              <a:t>partajată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rapidă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locală</a:t>
            </a:r>
            <a:r>
              <a:rPr lang="en-US" dirty="0"/>
              <a:t>, </a:t>
            </a:r>
            <a:r>
              <a:rPr lang="en-US" dirty="0" err="1"/>
              <a:t>oferind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</a:t>
            </a:r>
            <a:r>
              <a:rPr lang="en-US" dirty="0" err="1"/>
              <a:t>concurent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execuție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SM,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globală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lentă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accesibilă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firelor</a:t>
            </a:r>
            <a:r>
              <a:rPr lang="en-US" dirty="0"/>
              <a:t> de </a:t>
            </a:r>
            <a:r>
              <a:rPr lang="en-US" dirty="0" err="1"/>
              <a:t>execuție</a:t>
            </a:r>
            <a:r>
              <a:rPr lang="en-US" dirty="0"/>
              <a:t> din </a:t>
            </a:r>
            <a:r>
              <a:rPr lang="en-US" dirty="0" err="1"/>
              <a:t>întregul</a:t>
            </a:r>
            <a:r>
              <a:rPr lang="en-US" dirty="0"/>
              <a:t> accelerator.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B24ED2-C11F-922E-854B-F4EC6F0A93E3}"/>
              </a:ext>
            </a:extLst>
          </p:cNvPr>
          <p:cNvCxnSpPr>
            <a:cxnSpLocks/>
          </p:cNvCxnSpPr>
          <p:nvPr/>
        </p:nvCxnSpPr>
        <p:spPr>
          <a:xfrm>
            <a:off x="114356" y="2176364"/>
            <a:ext cx="39013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2459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124</TotalTime>
  <Words>386</Words>
  <Application>Microsoft Office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Rockwell</vt:lpstr>
      <vt:lpstr>Rockwell Condensed</vt:lpstr>
      <vt:lpstr>Wingdings</vt:lpstr>
      <vt:lpstr>Wood Type</vt:lpstr>
      <vt:lpstr>Examen ASC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SĂCĂLUŞ (117979)</dc:creator>
  <cp:lastModifiedBy>Andrei SĂCĂLUŞ (117979)</cp:lastModifiedBy>
  <cp:revision>1</cp:revision>
  <dcterms:created xsi:type="dcterms:W3CDTF">2024-06-08T11:37:44Z</dcterms:created>
  <dcterms:modified xsi:type="dcterms:W3CDTF">2024-06-08T13:42:30Z</dcterms:modified>
</cp:coreProperties>
</file>